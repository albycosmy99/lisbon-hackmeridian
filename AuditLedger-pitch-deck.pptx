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/>
      <p:bold r:id="rId7"/>
    </p:embeddedFont>
    <p:embeddedFont>
      <p:font typeface="Space Grotesk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926" y="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sbon-hackmeridian-production.up.railway.app/" TargetMode="External"/><Relationship Id="rId5" Type="http://schemas.openxmlformats.org/officeDocument/2006/relationships/hyperlink" Target="https://github.com/AlbyCosmy99/lisbon-hackmeridian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948981"/>
            <a:ext cx="1609725" cy="361950"/>
          </a:xfrm>
          <a:prstGeom prst="roundRect">
            <a:avLst>
              <a:gd name="adj" fmla="val 21052"/>
            </a:avLst>
          </a:prstGeom>
          <a:solidFill>
            <a:srgbClr val="13283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46919"/>
            <a:ext cx="3048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080319"/>
            <a:ext cx="8601075" cy="1839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Automated, Immutable Financial Validation for Corporate Auditing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10781"/>
            <a:ext cx="6286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Shifting corporate compliance from blind trust to mathematical certainty on the Stellar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575494"/>
            <a:ext cx="16549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Space Grotesk"/>
              </a:rPr>
              <a:t>AUDITLEDGER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025181"/>
            <a:ext cx="14001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HackMeridian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05500"/>
            <a:ext cx="109728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93789"/>
            <a:ext cx="3505200" cy="1832371"/>
          </a:xfrm>
          <a:prstGeom prst="roundRect">
            <a:avLst>
              <a:gd name="adj" fmla="val 62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693789"/>
            <a:ext cx="3505200" cy="1832371"/>
          </a:xfrm>
          <a:prstGeom prst="roundRect">
            <a:avLst>
              <a:gd name="adj" fmla="val 62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693789"/>
            <a:ext cx="3505200" cy="1832371"/>
          </a:xfrm>
          <a:prstGeom prst="roundRect">
            <a:avLst>
              <a:gd name="adj" fmla="val 62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98589"/>
            <a:ext cx="2000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998589"/>
            <a:ext cx="3048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998589"/>
            <a:ext cx="3333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763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Corporate Auditing Bottlenecks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67425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Inter"/>
              </a:rPr>
              <a:t>Impact: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Big Four firms and enterprise finance teams spend billions on manual compliance verification.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7689"/>
            <a:ext cx="38004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Resource Drain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1539"/>
            <a:ext cx="29908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Months wasted manually cross-checking financial spreadsheets.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417689"/>
            <a:ext cx="38004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Document Tampering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741539"/>
            <a:ext cx="29908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High risk of post-audit edits and backdoor fraud.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3417689"/>
            <a:ext cx="38004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Blind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741539"/>
            <a:ext cx="29908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Zero immutable mathematical proof of document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753100"/>
            <a:ext cx="10972800" cy="495300"/>
          </a:xfrm>
          <a:prstGeom prst="rect">
            <a:avLst/>
          </a:prstGeom>
          <a:solidFill>
            <a:srgbClr val="F2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05112"/>
            <a:ext cx="2600325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2705100"/>
            <a:ext cx="2600325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805112"/>
            <a:ext cx="2600325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2805112"/>
            <a:ext cx="2600325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5753100"/>
            <a:ext cx="38100" cy="495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763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How AuditLedger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033712"/>
            <a:ext cx="223837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9025" y="2933700"/>
            <a:ext cx="2238375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STEP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3033712"/>
            <a:ext cx="223837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STEP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0675" y="3033712"/>
            <a:ext cx="223837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STEP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905500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Inter"/>
              </a:rPr>
              <a:t>Privacy By Design:</a:t>
            </a:r>
            <a:r>
              <a:rPr sz="1200" b="0" i="0" u="none">
                <a:solidFill>
                  <a:srgbClr val="0369A1"/>
                </a:solidFill>
                <a:latin typeface="Inter"/>
              </a:rPr>
              <a:t> Financial files never leave the browser. Only the cryptographic hash touches the blockchain.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338512"/>
            <a:ext cx="281285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Document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633787"/>
            <a:ext cx="2238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Drag and drop PDF/CSV financial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9025" y="3238500"/>
            <a:ext cx="281285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Local Hashing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533775"/>
            <a:ext cx="22383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Generates SHA-256 fingerprint 100% client-side.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3338512"/>
            <a:ext cx="281285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Stellar Notarization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633787"/>
            <a:ext cx="2238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Embeds hash into transaction Memo field.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0675" y="3338512"/>
            <a:ext cx="281285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Instant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3633787"/>
            <a:ext cx="2238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Re-verify files anytime to spot alterations.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388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47937"/>
            <a:ext cx="5334000" cy="1857375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547937"/>
            <a:ext cx="5334000" cy="1857375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82930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763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Enterprise B2B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5848350"/>
            <a:ext cx="103941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SaaS Monetization: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 Monthly subscription tiers for audit firms plus micro-metered hash bundles for enterprise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737"/>
            <a:ext cx="62007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Target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71837"/>
            <a:ext cx="5905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Big Four audit firms (KPMG, EY, Deloitte, PwC).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6162"/>
            <a:ext cx="5905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Corporate compliance and finance departments.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00487"/>
            <a:ext cx="5905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Government procurement and public tenders.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852737"/>
            <a:ext cx="56388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Why Stellar Network?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271837"/>
            <a:ext cx="5638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Fraction-of-a-cent network transaction fees.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586162"/>
            <a:ext cx="5638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Sub-five-second transaction finality.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3900487"/>
            <a:ext cx="5638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Native Memo field for lightweight hash anchoring.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052887" y="3910012"/>
            <a:ext cx="2066925" cy="438150"/>
          </a:xfrm>
          <a:prstGeom prst="roundRect">
            <a:avLst>
              <a:gd name="adj" fmla="val 1739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72212" y="3910012"/>
            <a:ext cx="1866900" cy="438150"/>
          </a:xfrm>
          <a:prstGeom prst="roundRect">
            <a:avLst>
              <a:gd name="adj" fmla="val 1739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862137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012" y="4052887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337" y="4052887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89524" y="2547937"/>
            <a:ext cx="361295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Space Grotesk"/>
              </a:rPr>
              <a:t>AuditLedger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8468" y="3281362"/>
            <a:ext cx="62150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Inter"/>
              </a:rPr>
              <a:t>The automated digital notary for corporate finance.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9562" y="4805362"/>
            <a:ext cx="3952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Thank you! Built during HackMeridian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121" y="4024312"/>
            <a:ext cx="212645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F8FAFC"/>
                </a:solidFill>
                <a:latin typeface="Inter"/>
                <a:hlinkClick r:id="rId5"/>
              </a:rPr>
              <a:t>GitHub Repository</a:t>
            </a:r>
            <a:endParaRPr sz="1200" b="0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67450" y="4024312"/>
            <a:ext cx="18764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F8FAFC"/>
                </a:solidFill>
                <a:latin typeface="Inter"/>
                <a:hlinkClick r:id="rId6"/>
              </a:rPr>
              <a:t>Live Demo App</a:t>
            </a:r>
            <a:endParaRPr sz="1200" b="0" i="0" u="none" dirty="0">
              <a:solidFill>
                <a:srgbClr val="F8FAFC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245</Words>
  <Application>Microsoft Office PowerPoint</Application>
  <PresentationFormat>Panorámica</PresentationFormat>
  <Paragraphs>44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Space Grotesk</vt:lpstr>
      <vt:lpstr>Inter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Samuel Enrique García Rodríguez</dc:creator>
  <cp:keywords/>
  <dc:description>generated using python-pptx</dc:description>
  <cp:lastModifiedBy>SAMUEL ENRIQUE GARCÍA RODRÍGUEZ</cp:lastModifiedBy>
  <cp:revision>3</cp:revision>
  <dcterms:created xsi:type="dcterms:W3CDTF">2013-01-27T09:14:16Z</dcterms:created>
  <dcterms:modified xsi:type="dcterms:W3CDTF">2026-10-26T08:10:28Z</dcterms:modified>
  <cp:category/>
</cp:coreProperties>
</file>